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one-sentence success criterion. SSFT is Musiat et al. 2026, not SSFTT 2022. LESSViT is the source of two ideas only (tied embed + wavelength PE), not the model we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is spectral configuration shift plus evaluation leakage. Do not spend this slide on wildfire or SOTA leaderboards.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SOTA: SSFT reports strong HSI-Benchmark numbers at 516k params; we are not chasing that leaderboard. If asked about LESSViT compute: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Deep-research check: tied embed and λ-PE are already in LESSViT §2; SSRoPE is rotary, not additive sinusoids. Do not claim a new mechanism. Claim the graft onto SSFT fusion plus a class-scale protocol. Paper 516k vs our D=64 reconstruction ~0.16–0.23M — report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GIC lists 224 bands then 200 after water-absorption drop; Purdue’s Site 3 release is a 220-band cube, and 220−20=200. Prefer ‘220-band product, commonly 200 bands.’ Pavia 610×340 is after discarding no-data strips from 610×610.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param count 516k; we will print ours and not inflate layers. Spatial Q / spectral KV is SSFT eq.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Ablations later: fused vs spectral-only vs spatial-only (SSFT Tab. 4); index vs λ-PE.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WIP=1. Follow-on planning after sprint 3, before the first download, to freeze the ID band JSON. Course Lab 1 / NPU is a different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success criterion. Invite questions on split leakage and why we refuse OA-only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SJSU  ·  DATA 255  ·  DEEP LEARNING FOR COMPUTER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331720" cy="384048"/>
          </a:xfrm>
          <a:prstGeom prst="rect">
            <a:avLst/>
          </a:prstGeom>
          <a:solidFill>
            <a:srgbClr val="1B2420"/>
          </a:solidFill>
          <a:ln w="9525">
            <a:solidFill>
              <a:srgbClr val="A7A7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40" kern="0" dirty="0">
                <a:solidFill>
                  <a:srgbClr val="C9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SSFT-Wave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 tiny spectral–spatial transformer survive dropped or swapped bands better than a vanilla ViT?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class-scale reimplementation of SSFT §3, with wavelength-aware positional encoding instead of integer band-index embeddings. We do not claim SOTA, and we do not fine-tune a foundation model.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212080"/>
            <a:ext cx="1063721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394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669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255  ·  FALL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5394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5669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github.com/scottn66/255-final-project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09560" y="5394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09560" y="5669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 2604.15828  ·  LESSViT 2605.18541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Hyperspectral cubes are not RGB with extra channels.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band is a physical wavelength. Sensors differ in coverage, sampling, and how many channels they return. A model trained on a fixed C often cannot even run when bands are dropped, swapped, or expanded.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3832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Dropped bands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35204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channels at test time. A first linear layer of size C·P² cannot change C without a rebuild or a hack (zero-fill).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3832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Swapped / complementary bands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4568" y="35204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count C, different wavelengths. Index embeddings reuse the same rows for different physics.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09560" y="2286000"/>
            <a:ext cx="33832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10728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99% OA trap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10728" y="35204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Random-pixel splits leak neighbors into train and test. On Indian Pines a 3×3 window already covers ~31% of test pixels at 5% train, ~86% at 25%. 3D-CNN OA can drop ~37% under a true spatial split.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LESSViT §1–§2 (arXiv:2605.18541). Leakage numbers: Nalepa, Myller, Kawulok, arXiv:1811.03707 / IEEE GRSL 2019.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recent papers, neither of which is our assignment as-is.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0749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SSFT  ·  arXiv:2604.15828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933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516k dual-path classifier we can actually reimplement.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 factorizes spectral MHSA and a tiny spatial CNN, then fuses with cross-attention (spatial Q, spectral K/V). No official code. The spectral PE is a learned table P ∈ R^{C×D} indexed by band index — so C is baked in. Not SSFTT (TGRS 2022).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83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LESSViT  ·  arXiv:2605.18541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9933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robustness recipe we will steal, not reproduce.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§2.1 tied / channel-agnostic projection so C can change. §2.2 / App. B wavelength-aware PE on λ in nm, not packed index. The rest (LESS Attention, HyperMAE, ViT-B, 4×H200, 96-hour pretrain) is out of scope for this class.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937760"/>
            <a:ext cx="10637215" cy="123444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321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 is small enough to train from scratch, but its first layers assume a fixed C. LESSViT is sensor-flexible, but it is a foundation-model paper. Nobody has shown — at class scale — whether swapping index PE for λ-PE on a ~0.5M dual-path model is enough to degrade less than a vanilla ViT under band drop/swap.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6473952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Musiat, Ebert, Wasenmüller, SSFT §3. Si, Wan, Wang, Do, Zhao, LESSViT §2. Do not cite zgr6010/HSI_SSFTT.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F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 ·  WHAT IS ACTUALLY NEW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controlled, honest class experiment — not a new backbone.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9728" cy="1170432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scratch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write Q, K, V, scaled dot-product, multi-head split/concat, residual+FFN, and cross-attention ourselves. No nn.MultiheadAttention, no timm, no HuggingFace ViT blocks, no pretrained weights.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9728" cy="1170432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803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surgical graft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SSFT §3. Steal two LESSViT ideas (tied projection, wavelength PE) — not LESS Attention, not SSRoPE. Sinusoidal λ-PE stands in for their rotary encoding. The graft plus the band-drop protocol is the class experiment, not a new operator.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206240"/>
            <a:ext cx="109728" cy="1170432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062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claim we will test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572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SSFT-Wave should lose less AA / macro-F1 than a fixed-C ViT when bands are dropped or swapped. Relative drop (ID − OOD) / ID is the headline, not raw OA.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Public, small, and we store wavelengths in nanometers.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52120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Pines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AVIRIS  ·  145×145  ·  16 classes  ·  Purdue 220-band cube, commonly 200 after dropping water-absorption bands  ·  ~400–2500 nm  ·  10,249 labeled pixels (Oats 20 vs Soybean-mintill 2455).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Labeled-center 16×16 patches. Spatial block split (5×5 cells). Discard any patch whose support crosses a split boundary.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463040"/>
            <a:ext cx="49377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B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SCENE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Pavia University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ROSIS  ·  9 urban classes  ·  103 bands  ·  ~430–860 nm (sources vary 850/860). Captured 610×610; after discarding no-data strips the usual cube is 610×340×103. Same patch and split rules.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703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download: HSI-Benchmark (~240 GB) or SpectralEarth (~TB).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892040"/>
            <a:ext cx="10637215" cy="128016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10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3035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sample carries a wavelengths_nm vector, not just channel indices. Random-pixel splits are forbidden: neighboring pixels of the same field leak across the cut and manufacture 99% OA. Spatial (disjoint-region) split only.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GIC / UPV-EHU Hyperspectral Remote Sensing Scenes; Purdue AVIRIS Indian Pines. SSFT itself is cube→class; we adapt modules to labeled-center patches.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SSFT §3, then one Wave-path change.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993392" cy="1965960"/>
          </a:xfrm>
          <a:prstGeom prst="rect">
            <a:avLst/>
          </a:prstGeom>
          <a:solidFill>
            <a:srgbClr val="E8DFC8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16×16×C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in nm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band_mask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1488" y="2304288"/>
            <a:ext cx="146304" cy="54864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1417320"/>
            <a:ext cx="19933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1901952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s=8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φ: scalar→64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MHSA, 4 heads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over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0328" y="2304288"/>
            <a:ext cx="146304" cy="54864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417320"/>
            <a:ext cx="19933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1901952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1×1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s=8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3×3+BN+GELU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9168" y="2304288"/>
            <a:ext cx="146304" cy="54864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417320"/>
            <a:ext cx="19933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1901952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K/V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4-head CA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08008" y="2304288"/>
            <a:ext cx="146304" cy="54864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72600" y="1417320"/>
            <a:ext cx="1993392" cy="1965960"/>
          </a:xfrm>
          <a:prstGeom prst="rect">
            <a:avLst/>
          </a:prstGeom>
          <a:solidFill>
            <a:srgbClr val="E8DFC8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1901952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2-layer MLP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logits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3566160"/>
            <a:ext cx="52120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703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3B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FROM SSFT §3.6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04164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D=64  ·  s=8  ·  4 heads  ·  one block each  ·  AdamW 4e-4, wd 1e-2, batch 8, ≤50 epochs, early stop. No PCA. Aux heads off for the first train (λ_aux=0.05 later).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566160"/>
            <a:ext cx="49377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(LESSViT IDEAS)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041648"/>
            <a:ext cx="4526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table P → sinusoidal PE(λ/1000). Spatial Conv2d(C,D,1) → tied Conv2d(1,D,1) + masked mean. API: forward(cube, wavelengths, band_mask). C is never a module dimension.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once on a frozen band subset. Test four ways.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In-distribution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 bands used in training.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Leftover / swapped wavelengths, similar C (LESSViT-style split at 1000 nm).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 drop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subset of ID bands, 3 seeds. Wave path shrinks C; ViT zero-fills.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137160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 (opt.)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200 / 103 bands at test — channel expansion.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108960"/>
            <a:ext cx="5212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246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3B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1188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ViT — bands collapsed in a fixed-C first linear layer.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SSFT-index — learned P on packed 0…C−1.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SSFT-Wave — λ-PE + tied 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optimizer, same spatial split, 3 seeds. No retune per test config.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3108960"/>
            <a:ext cx="49377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61188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OA, average accuracy (AA), and macro-F1. Headline: relative drop (ID − OOD) / ID on AA and macro-F1. OA alone is invalid on Indian Pines. We will not claim SOTA.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6473952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Relative-drop protocol from LESSViT §3.1. Random ~50% drop is our class operationalization. SSFT itself has no band-drop protocol.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sprints. One ticket in progress. No mystery layers.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BUILD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029968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57984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139696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Spike: attention + λ-PE on a fake cube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26700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45536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73552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2728" y="325526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SSFT-index dummy forward + param 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52728" y="378561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38912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2728" y="43708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API: tied 1×1, C=32 then C=20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49011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DATA + 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89120" y="2029968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2157984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64608" y="2139696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Pines + spatial split + nm table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3145536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3273552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64608" y="3255264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overfit (1–8 patches)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4261104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38912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64608" y="4370832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ViT baseline, fixed 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26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EXPERIMENT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01000" y="2029968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2157984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76488" y="2139696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Band-drop table, 3 seeds, OA/AA/F1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01000" y="3145536"/>
            <a:ext cx="34290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3273552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76488" y="3255264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ablations + writeup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768535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7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~0.5M dual-path model that degrades less than a vanilla ViT when bands are dropped or swapped.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80" kern="0" dirty="0">
                <a:solidFill>
                  <a:srgbClr val="D4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param count, spatial-split OA/AA/macro-F1, relative drop, two ablations.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80" kern="0" dirty="0">
                <a:solidFill>
                  <a:srgbClr val="D4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32461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on Indian Pines. Foundation-model fine-tunes. HSI-Benchmark / SpectralEarth. Lab 1 NPU work. SSFTT 2022.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 ·  github.com/scottn66/255-final-project  ·  bulletins/ 1.xx plan, 2.xx board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pull  ·  Sprint 2 — SSFT-index on a dummy cube (no data download)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SSFT-Wave — DATA 255 Project Introduction</dc:title>
  <dc:subject>Brief class introduction: problem, gap, data, method, evaluation, timeline</dc:subject>
  <dc:creator>SJSU DATA 255</dc:creator>
  <cp:lastModifiedBy>SJSU DATA 255</cp:lastModifiedBy>
  <cp:revision>1</cp:revision>
  <dcterms:created xsi:type="dcterms:W3CDTF">2026-09-09T08:46:11Z</dcterms:created>
  <dcterms:modified xsi:type="dcterms:W3CDTF">2026-09-09T08:46:11Z</dcterms:modified>
</cp:coreProperties>
</file>